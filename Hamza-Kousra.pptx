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556500" cy="10693400"/>
  <p:notesSz cx="6858000" cy="9144000"/>
  <p:embeddedFontLst>
    <p:embeddedFont>
      <p:font typeface="Bebas Neue Bold" panose="020B0604020202020204" charset="0"/>
      <p:regular r:id="rId3"/>
    </p:embeddedFont>
    <p:embeddedFont>
      <p:font typeface="Canva Sans" panose="020B0604020202020204" charset="0"/>
      <p:regular r:id="rId4"/>
    </p:embeddedFont>
    <p:embeddedFont>
      <p:font typeface="Canva Sans Bold" panose="020B0604020202020204" charset="0"/>
      <p:regular r:id="rId5"/>
    </p:embeddedFont>
    <p:embeddedFont>
      <p:font typeface="Moontime" panose="020B0604020202020204" charset="0"/>
      <p:regular r:id="rId6"/>
    </p:embeddedFont>
    <p:embeddedFont>
      <p:font typeface="Open Sans Bold" panose="020B0604020202020204" charset="0"/>
      <p:regular r:id="rId7"/>
    </p:embeddedFont>
    <p:embeddedFont>
      <p:font typeface="Playpen Sans" panose="020B0604020202020204" charset="0"/>
      <p:regular r:id="rId8"/>
    </p:embeddedFont>
    <p:embeddedFont>
      <p:font typeface="Playpen Sans Bold" panose="020B0604020202020204" charset="0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00" d="100"/>
          <a:sy n="100" d="100"/>
        </p:scale>
        <p:origin x="101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viewProps" Target="viewProps.xml"/><Relationship Id="rId5" Type="http://schemas.openxmlformats.org/officeDocument/2006/relationships/font" Target="fonts/font3.fntdata"/><Relationship Id="rId10" Type="http://schemas.openxmlformats.org/officeDocument/2006/relationships/presProps" Target="pres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svg"/><Relationship Id="rId21" Type="http://schemas.openxmlformats.org/officeDocument/2006/relationships/image" Target="../media/image20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svg"/><Relationship Id="rId2" Type="http://schemas.openxmlformats.org/officeDocument/2006/relationships/image" Target="../media/image1.png"/><Relationship Id="rId16" Type="http://schemas.openxmlformats.org/officeDocument/2006/relationships/image" Target="../media/image15.jpeg"/><Relationship Id="rId20" Type="http://schemas.openxmlformats.org/officeDocument/2006/relationships/image" Target="../media/image19.png"/><Relationship Id="rId29" Type="http://schemas.openxmlformats.org/officeDocument/2006/relationships/image" Target="../media/image2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4" Type="http://schemas.openxmlformats.org/officeDocument/2006/relationships/image" Target="../media/image3.jpe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png"/><Relationship Id="rId27" Type="http://schemas.openxmlformats.org/officeDocument/2006/relationships/image" Target="../media/image2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7560000" cy="2459014"/>
          </a:xfrm>
          <a:custGeom>
            <a:avLst/>
            <a:gdLst/>
            <a:ahLst/>
            <a:cxnLst/>
            <a:rect l="l" t="t" r="r" b="b"/>
            <a:pathLst>
              <a:path w="7560000" h="2459014">
                <a:moveTo>
                  <a:pt x="0" y="0"/>
                </a:moveTo>
                <a:lnTo>
                  <a:pt x="7560000" y="0"/>
                </a:lnTo>
                <a:lnTo>
                  <a:pt x="7560000" y="2459014"/>
                </a:lnTo>
                <a:lnTo>
                  <a:pt x="0" y="245901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6894" t="-85172" r="-647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-8721"/>
            <a:ext cx="7556500" cy="1653776"/>
          </a:xfrm>
          <a:custGeom>
            <a:avLst/>
            <a:gdLst/>
            <a:ahLst/>
            <a:cxnLst/>
            <a:rect l="l" t="t" r="r" b="b"/>
            <a:pathLst>
              <a:path w="7653584" h="1578114">
                <a:moveTo>
                  <a:pt x="0" y="0"/>
                </a:moveTo>
                <a:lnTo>
                  <a:pt x="7653584" y="0"/>
                </a:lnTo>
                <a:lnTo>
                  <a:pt x="7653584" y="1578114"/>
                </a:lnTo>
                <a:lnTo>
                  <a:pt x="0" y="15781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6000"/>
            </a:blip>
            <a:stretch>
              <a:fillRect t="-50364" b="-60745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97051" y="66169"/>
            <a:ext cx="1323101" cy="988717"/>
          </a:xfrm>
          <a:custGeom>
            <a:avLst/>
            <a:gdLst/>
            <a:ahLst/>
            <a:cxnLst/>
            <a:rect l="l" t="t" r="r" b="b"/>
            <a:pathLst>
              <a:path w="1323101" h="988717">
                <a:moveTo>
                  <a:pt x="0" y="0"/>
                </a:moveTo>
                <a:lnTo>
                  <a:pt x="1323101" y="0"/>
                </a:lnTo>
                <a:lnTo>
                  <a:pt x="1323101" y="988717"/>
                </a:lnTo>
                <a:lnTo>
                  <a:pt x="0" y="98871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920152" y="0"/>
            <a:ext cx="2964330" cy="560528"/>
          </a:xfrm>
          <a:custGeom>
            <a:avLst/>
            <a:gdLst/>
            <a:ahLst/>
            <a:cxnLst/>
            <a:rect l="l" t="t" r="r" b="b"/>
            <a:pathLst>
              <a:path w="2964330" h="560528">
                <a:moveTo>
                  <a:pt x="0" y="0"/>
                </a:moveTo>
                <a:lnTo>
                  <a:pt x="2964330" y="0"/>
                </a:lnTo>
                <a:lnTo>
                  <a:pt x="2964330" y="560528"/>
                </a:lnTo>
                <a:lnTo>
                  <a:pt x="0" y="56052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26162" y="1054886"/>
            <a:ext cx="1393990" cy="104465"/>
          </a:xfrm>
          <a:custGeom>
            <a:avLst/>
            <a:gdLst/>
            <a:ahLst/>
            <a:cxnLst/>
            <a:rect l="l" t="t" r="r" b="b"/>
            <a:pathLst>
              <a:path w="1393990" h="104465">
                <a:moveTo>
                  <a:pt x="0" y="0"/>
                </a:moveTo>
                <a:lnTo>
                  <a:pt x="1393990" y="0"/>
                </a:lnTo>
                <a:lnTo>
                  <a:pt x="1393990" y="104466"/>
                </a:lnTo>
                <a:lnTo>
                  <a:pt x="0" y="10446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r="-116931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540357" y="550443"/>
            <a:ext cx="3500605" cy="10946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51"/>
              </a:lnSpc>
            </a:pPr>
            <a:r>
              <a:rPr lang="en-US" sz="36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uto insurance </a:t>
            </a:r>
          </a:p>
          <a:p>
            <a:pPr algn="ctr">
              <a:lnSpc>
                <a:spcPts val="4799"/>
              </a:lnSpc>
            </a:pPr>
            <a:endParaRPr lang="en-US" sz="3699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8" name="Freeform 8"/>
          <p:cNvSpPr/>
          <p:nvPr/>
        </p:nvSpPr>
        <p:spPr>
          <a:xfrm rot="-10800000">
            <a:off x="5187487" y="1054886"/>
            <a:ext cx="1393990" cy="104465"/>
          </a:xfrm>
          <a:custGeom>
            <a:avLst/>
            <a:gdLst/>
            <a:ahLst/>
            <a:cxnLst/>
            <a:rect l="l" t="t" r="r" b="b"/>
            <a:pathLst>
              <a:path w="1393990" h="104465">
                <a:moveTo>
                  <a:pt x="0" y="0"/>
                </a:moveTo>
                <a:lnTo>
                  <a:pt x="1393990" y="0"/>
                </a:lnTo>
                <a:lnTo>
                  <a:pt x="1393990" y="104466"/>
                </a:lnTo>
                <a:lnTo>
                  <a:pt x="0" y="10446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r="-116931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-161956" y="863479"/>
            <a:ext cx="7826406" cy="2053926"/>
          </a:xfrm>
          <a:custGeom>
            <a:avLst/>
            <a:gdLst/>
            <a:ahLst/>
            <a:cxnLst/>
            <a:rect l="l" t="t" r="r" b="b"/>
            <a:pathLst>
              <a:path w="8663875" h="2055980">
                <a:moveTo>
                  <a:pt x="0" y="0"/>
                </a:moveTo>
                <a:lnTo>
                  <a:pt x="8663874" y="0"/>
                </a:lnTo>
                <a:lnTo>
                  <a:pt x="8663874" y="2055980"/>
                </a:lnTo>
                <a:lnTo>
                  <a:pt x="0" y="205598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r="-1296" b="-126769"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2251139" y="2190407"/>
            <a:ext cx="2801411" cy="563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FFC10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 MOROCCO</a:t>
            </a:r>
          </a:p>
        </p:txBody>
      </p:sp>
      <p:sp>
        <p:nvSpPr>
          <p:cNvPr id="11" name="Freeform 11"/>
          <p:cNvSpPr/>
          <p:nvPr/>
        </p:nvSpPr>
        <p:spPr>
          <a:xfrm rot="-10800000">
            <a:off x="5187487" y="2491533"/>
            <a:ext cx="1393990" cy="104465"/>
          </a:xfrm>
          <a:custGeom>
            <a:avLst/>
            <a:gdLst/>
            <a:ahLst/>
            <a:cxnLst/>
            <a:rect l="l" t="t" r="r" b="b"/>
            <a:pathLst>
              <a:path w="1393990" h="104465">
                <a:moveTo>
                  <a:pt x="0" y="0"/>
                </a:moveTo>
                <a:lnTo>
                  <a:pt x="1393990" y="0"/>
                </a:lnTo>
                <a:lnTo>
                  <a:pt x="1393990" y="104466"/>
                </a:lnTo>
                <a:lnTo>
                  <a:pt x="0" y="10446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r="-11693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783497" y="2491533"/>
            <a:ext cx="1393990" cy="104465"/>
          </a:xfrm>
          <a:custGeom>
            <a:avLst/>
            <a:gdLst/>
            <a:ahLst/>
            <a:cxnLst/>
            <a:rect l="l" t="t" r="r" b="b"/>
            <a:pathLst>
              <a:path w="1393990" h="104465">
                <a:moveTo>
                  <a:pt x="0" y="0"/>
                </a:moveTo>
                <a:lnTo>
                  <a:pt x="1393991" y="0"/>
                </a:lnTo>
                <a:lnTo>
                  <a:pt x="1393991" y="104466"/>
                </a:lnTo>
                <a:lnTo>
                  <a:pt x="0" y="10446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r="-116931"/>
            </a:stretch>
          </a:blipFill>
        </p:spPr>
      </p:sp>
      <p:grpSp>
        <p:nvGrpSpPr>
          <p:cNvPr id="13" name="Group 13"/>
          <p:cNvGrpSpPr/>
          <p:nvPr/>
        </p:nvGrpSpPr>
        <p:grpSpPr>
          <a:xfrm rot="-10800000">
            <a:off x="-2" y="2820959"/>
            <a:ext cx="7556502" cy="1999109"/>
            <a:chOff x="0" y="0"/>
            <a:chExt cx="2709333" cy="71643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709333" cy="716436"/>
            </a:xfrm>
            <a:custGeom>
              <a:avLst/>
              <a:gdLst/>
              <a:ahLst/>
              <a:cxnLst/>
              <a:rect l="l" t="t" r="r" b="b"/>
              <a:pathLst>
                <a:path w="2709333" h="716436">
                  <a:moveTo>
                    <a:pt x="0" y="0"/>
                  </a:moveTo>
                  <a:lnTo>
                    <a:pt x="2709333" y="0"/>
                  </a:lnTo>
                  <a:lnTo>
                    <a:pt x="2709333" y="716436"/>
                  </a:lnTo>
                  <a:lnTo>
                    <a:pt x="0" y="716436"/>
                  </a:lnTo>
                  <a:close/>
                </a:path>
              </a:pathLst>
            </a:custGeom>
            <a:solidFill>
              <a:srgbClr val="B71C1C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2709333" cy="7259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149073" y="3177861"/>
            <a:ext cx="327341" cy="258021"/>
          </a:xfrm>
          <a:custGeom>
            <a:avLst/>
            <a:gdLst/>
            <a:ahLst/>
            <a:cxnLst/>
            <a:rect l="l" t="t" r="r" b="b"/>
            <a:pathLst>
              <a:path w="327341" h="258021">
                <a:moveTo>
                  <a:pt x="0" y="0"/>
                </a:moveTo>
                <a:lnTo>
                  <a:pt x="327340" y="0"/>
                </a:lnTo>
                <a:lnTo>
                  <a:pt x="327340" y="258022"/>
                </a:lnTo>
                <a:lnTo>
                  <a:pt x="0" y="25802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49073" y="3562495"/>
            <a:ext cx="327341" cy="258021"/>
          </a:xfrm>
          <a:custGeom>
            <a:avLst/>
            <a:gdLst/>
            <a:ahLst/>
            <a:cxnLst/>
            <a:rect l="l" t="t" r="r" b="b"/>
            <a:pathLst>
              <a:path w="327341" h="258021">
                <a:moveTo>
                  <a:pt x="0" y="0"/>
                </a:moveTo>
                <a:lnTo>
                  <a:pt x="327340" y="0"/>
                </a:lnTo>
                <a:lnTo>
                  <a:pt x="327340" y="258021"/>
                </a:lnTo>
                <a:lnTo>
                  <a:pt x="0" y="25802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49073" y="4020541"/>
            <a:ext cx="327341" cy="258021"/>
          </a:xfrm>
          <a:custGeom>
            <a:avLst/>
            <a:gdLst/>
            <a:ahLst/>
            <a:cxnLst/>
            <a:rect l="l" t="t" r="r" b="b"/>
            <a:pathLst>
              <a:path w="327341" h="258021">
                <a:moveTo>
                  <a:pt x="0" y="0"/>
                </a:moveTo>
                <a:lnTo>
                  <a:pt x="327340" y="0"/>
                </a:lnTo>
                <a:lnTo>
                  <a:pt x="327340" y="258022"/>
                </a:lnTo>
                <a:lnTo>
                  <a:pt x="0" y="25802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1053432" y="1711730"/>
            <a:ext cx="5772817" cy="5833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12"/>
              </a:lnSpc>
              <a:spcBef>
                <a:spcPct val="0"/>
              </a:spcBef>
            </a:pPr>
            <a:r>
              <a:rPr lang="en-US" sz="3366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AUTOMOBILE INSURANCE</a:t>
            </a:r>
          </a:p>
        </p:txBody>
      </p:sp>
      <p:sp>
        <p:nvSpPr>
          <p:cNvPr id="20" name="Freeform 20"/>
          <p:cNvSpPr/>
          <p:nvPr/>
        </p:nvSpPr>
        <p:spPr>
          <a:xfrm>
            <a:off x="3872937" y="4288063"/>
            <a:ext cx="3414774" cy="3414774"/>
          </a:xfrm>
          <a:custGeom>
            <a:avLst/>
            <a:gdLst/>
            <a:ahLst/>
            <a:cxnLst/>
            <a:rect l="l" t="t" r="r" b="b"/>
            <a:pathLst>
              <a:path w="3414774" h="3414774">
                <a:moveTo>
                  <a:pt x="0" y="0"/>
                </a:moveTo>
                <a:lnTo>
                  <a:pt x="3414774" y="0"/>
                </a:lnTo>
                <a:lnTo>
                  <a:pt x="3414774" y="3414775"/>
                </a:lnTo>
                <a:lnTo>
                  <a:pt x="0" y="341477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grpSp>
        <p:nvGrpSpPr>
          <p:cNvPr id="21" name="Group 21"/>
          <p:cNvGrpSpPr/>
          <p:nvPr/>
        </p:nvGrpSpPr>
        <p:grpSpPr>
          <a:xfrm>
            <a:off x="0" y="7135545"/>
            <a:ext cx="7556500" cy="1755828"/>
            <a:chOff x="0" y="0"/>
            <a:chExt cx="2742872" cy="62924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742872" cy="629249"/>
            </a:xfrm>
            <a:custGeom>
              <a:avLst/>
              <a:gdLst/>
              <a:ahLst/>
              <a:cxnLst/>
              <a:rect l="l" t="t" r="r" b="b"/>
              <a:pathLst>
                <a:path w="2742872" h="629249">
                  <a:moveTo>
                    <a:pt x="0" y="0"/>
                  </a:moveTo>
                  <a:lnTo>
                    <a:pt x="2742872" y="0"/>
                  </a:lnTo>
                  <a:lnTo>
                    <a:pt x="2742872" y="629249"/>
                  </a:lnTo>
                  <a:lnTo>
                    <a:pt x="0" y="629249"/>
                  </a:lnTo>
                  <a:close/>
                </a:path>
              </a:pathLst>
            </a:custGeom>
            <a:solidFill>
              <a:srgbClr val="D32F2F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0" y="-28575"/>
              <a:ext cx="2742872" cy="6578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0" y="4848646"/>
            <a:ext cx="7556500" cy="2293609"/>
            <a:chOff x="0" y="0"/>
            <a:chExt cx="2816485" cy="82197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816485" cy="821978"/>
            </a:xfrm>
            <a:custGeom>
              <a:avLst/>
              <a:gdLst/>
              <a:ahLst/>
              <a:cxnLst/>
              <a:rect l="l" t="t" r="r" b="b"/>
              <a:pathLst>
                <a:path w="2816485" h="821978">
                  <a:moveTo>
                    <a:pt x="0" y="0"/>
                  </a:moveTo>
                  <a:lnTo>
                    <a:pt x="2816485" y="0"/>
                  </a:lnTo>
                  <a:lnTo>
                    <a:pt x="2816485" y="821978"/>
                  </a:lnTo>
                  <a:lnTo>
                    <a:pt x="0" y="8219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0" y="-28575"/>
              <a:ext cx="2816485" cy="8505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27" name="Freeform 27"/>
          <p:cNvSpPr/>
          <p:nvPr/>
        </p:nvSpPr>
        <p:spPr>
          <a:xfrm>
            <a:off x="0" y="4809498"/>
            <a:ext cx="7556500" cy="2332756"/>
          </a:xfrm>
          <a:custGeom>
            <a:avLst/>
            <a:gdLst/>
            <a:ahLst/>
            <a:cxnLst/>
            <a:rect l="l" t="t" r="r" b="b"/>
            <a:pathLst>
              <a:path w="7815540" h="2332756">
                <a:moveTo>
                  <a:pt x="0" y="0"/>
                </a:moveTo>
                <a:lnTo>
                  <a:pt x="7815540" y="0"/>
                </a:lnTo>
                <a:lnTo>
                  <a:pt x="7815540" y="2332757"/>
                </a:lnTo>
                <a:lnTo>
                  <a:pt x="0" y="233275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49000"/>
            </a:blip>
            <a:stretch>
              <a:fillRect t="-61817" b="-61817"/>
            </a:stretch>
          </a:blipFill>
        </p:spPr>
      </p:sp>
      <p:grpSp>
        <p:nvGrpSpPr>
          <p:cNvPr id="28" name="Group 28"/>
          <p:cNvGrpSpPr/>
          <p:nvPr/>
        </p:nvGrpSpPr>
        <p:grpSpPr>
          <a:xfrm>
            <a:off x="96676" y="6544096"/>
            <a:ext cx="1684123" cy="842062"/>
            <a:chOff x="0" y="0"/>
            <a:chExt cx="812800" cy="4064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609600" y="0"/>
                  </a:moveTo>
                  <a:lnTo>
                    <a:pt x="203200" y="0"/>
                  </a:lnTo>
                  <a:lnTo>
                    <a:pt x="0" y="203200"/>
                  </a:lnTo>
                  <a:lnTo>
                    <a:pt x="203200" y="406400"/>
                  </a:lnTo>
                  <a:lnTo>
                    <a:pt x="609600" y="406400"/>
                  </a:lnTo>
                  <a:lnTo>
                    <a:pt x="812800" y="20320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1565C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152400" y="-28575"/>
              <a:ext cx="5080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312743" y="6477421"/>
            <a:ext cx="1631727" cy="815864"/>
            <a:chOff x="0" y="0"/>
            <a:chExt cx="812800" cy="4064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609600" y="0"/>
                  </a:moveTo>
                  <a:lnTo>
                    <a:pt x="203200" y="0"/>
                  </a:lnTo>
                  <a:lnTo>
                    <a:pt x="0" y="203200"/>
                  </a:lnTo>
                  <a:lnTo>
                    <a:pt x="203200" y="406400"/>
                  </a:lnTo>
                  <a:lnTo>
                    <a:pt x="609600" y="406400"/>
                  </a:lnTo>
                  <a:lnTo>
                    <a:pt x="812800" y="20320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FFC107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152400" y="-28575"/>
              <a:ext cx="5080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2638811" y="6689025"/>
            <a:ext cx="1239643" cy="619822"/>
            <a:chOff x="0" y="0"/>
            <a:chExt cx="812800" cy="4064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609600" y="0"/>
                  </a:moveTo>
                  <a:lnTo>
                    <a:pt x="203200" y="0"/>
                  </a:lnTo>
                  <a:lnTo>
                    <a:pt x="0" y="203200"/>
                  </a:lnTo>
                  <a:lnTo>
                    <a:pt x="203200" y="406400"/>
                  </a:lnTo>
                  <a:lnTo>
                    <a:pt x="609600" y="406400"/>
                  </a:lnTo>
                  <a:lnTo>
                    <a:pt x="812800" y="20320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152400" y="-28575"/>
              <a:ext cx="5080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484180" y="6673463"/>
            <a:ext cx="1239643" cy="619822"/>
            <a:chOff x="0" y="0"/>
            <a:chExt cx="812800" cy="4064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609600" y="0"/>
                  </a:moveTo>
                  <a:lnTo>
                    <a:pt x="203200" y="0"/>
                  </a:lnTo>
                  <a:lnTo>
                    <a:pt x="0" y="203200"/>
                  </a:lnTo>
                  <a:lnTo>
                    <a:pt x="203200" y="406400"/>
                  </a:lnTo>
                  <a:lnTo>
                    <a:pt x="609600" y="406400"/>
                  </a:lnTo>
                  <a:lnTo>
                    <a:pt x="812800" y="20320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152400" y="-28575"/>
              <a:ext cx="5080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282837" y="6655216"/>
            <a:ext cx="1239643" cy="619822"/>
            <a:chOff x="0" y="0"/>
            <a:chExt cx="812800" cy="4064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609600" y="0"/>
                  </a:moveTo>
                  <a:lnTo>
                    <a:pt x="203200" y="0"/>
                  </a:lnTo>
                  <a:lnTo>
                    <a:pt x="0" y="203200"/>
                  </a:lnTo>
                  <a:lnTo>
                    <a:pt x="203200" y="406400"/>
                  </a:lnTo>
                  <a:lnTo>
                    <a:pt x="609600" y="406400"/>
                  </a:lnTo>
                  <a:lnTo>
                    <a:pt x="812800" y="20320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152400" y="-28575"/>
              <a:ext cx="5080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43" name="Freeform 43"/>
          <p:cNvSpPr/>
          <p:nvPr/>
        </p:nvSpPr>
        <p:spPr>
          <a:xfrm flipH="1">
            <a:off x="2540357" y="4643556"/>
            <a:ext cx="2847641" cy="2525898"/>
          </a:xfrm>
          <a:custGeom>
            <a:avLst/>
            <a:gdLst/>
            <a:ahLst/>
            <a:cxnLst/>
            <a:rect l="l" t="t" r="r" b="b"/>
            <a:pathLst>
              <a:path w="2847641" h="2525898">
                <a:moveTo>
                  <a:pt x="2847641" y="0"/>
                </a:moveTo>
                <a:lnTo>
                  <a:pt x="0" y="0"/>
                </a:lnTo>
                <a:lnTo>
                  <a:pt x="0" y="2525898"/>
                </a:lnTo>
                <a:lnTo>
                  <a:pt x="2847641" y="2525898"/>
                </a:lnTo>
                <a:lnTo>
                  <a:pt x="2847641" y="0"/>
                </a:lnTo>
                <a:close/>
              </a:path>
            </a:pathLst>
          </a:custGeom>
          <a:blipFill>
            <a:blip r:embed="rId17"/>
            <a:stretch>
              <a:fillRect l="-8625" t="-1680" r="-35682"/>
            </a:stretch>
          </a:blipFill>
        </p:spPr>
      </p:sp>
      <p:sp>
        <p:nvSpPr>
          <p:cNvPr id="44" name="Freeform 44"/>
          <p:cNvSpPr/>
          <p:nvPr/>
        </p:nvSpPr>
        <p:spPr>
          <a:xfrm>
            <a:off x="4735704" y="4786173"/>
            <a:ext cx="2820796" cy="2042130"/>
          </a:xfrm>
          <a:custGeom>
            <a:avLst/>
            <a:gdLst/>
            <a:ahLst/>
            <a:cxnLst/>
            <a:rect l="l" t="t" r="r" b="b"/>
            <a:pathLst>
              <a:path w="2872080" h="2042130">
                <a:moveTo>
                  <a:pt x="0" y="0"/>
                </a:moveTo>
                <a:lnTo>
                  <a:pt x="2872081" y="0"/>
                </a:lnTo>
                <a:lnTo>
                  <a:pt x="2872081" y="2042129"/>
                </a:lnTo>
                <a:lnTo>
                  <a:pt x="0" y="204212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-3233" r="-538"/>
            </a:stretch>
          </a:blipFill>
        </p:spPr>
      </p:sp>
      <p:grpSp>
        <p:nvGrpSpPr>
          <p:cNvPr id="45" name="Group 45"/>
          <p:cNvGrpSpPr/>
          <p:nvPr/>
        </p:nvGrpSpPr>
        <p:grpSpPr>
          <a:xfrm>
            <a:off x="678176" y="7548673"/>
            <a:ext cx="912040" cy="912040"/>
            <a:chOff x="0" y="0"/>
            <a:chExt cx="812800" cy="8128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" name="TextBox 47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2714129" y="7548673"/>
            <a:ext cx="912040" cy="912040"/>
            <a:chOff x="0" y="0"/>
            <a:chExt cx="812800" cy="812800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" name="TextBox 5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516787" y="7548673"/>
            <a:ext cx="912040" cy="912040"/>
            <a:chOff x="0" y="0"/>
            <a:chExt cx="812800" cy="81280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751F"/>
            </a:solidFill>
          </p:spPr>
        </p:sp>
        <p:sp>
          <p:nvSpPr>
            <p:cNvPr id="53" name="TextBox 5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6341144" y="7548673"/>
            <a:ext cx="912040" cy="912040"/>
            <a:chOff x="0" y="0"/>
            <a:chExt cx="812800" cy="81280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751F"/>
            </a:solidFill>
          </p:spPr>
        </p:sp>
        <p:sp>
          <p:nvSpPr>
            <p:cNvPr id="56" name="TextBox 56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57" name="Freeform 57"/>
          <p:cNvSpPr/>
          <p:nvPr/>
        </p:nvSpPr>
        <p:spPr>
          <a:xfrm>
            <a:off x="2499198" y="7359954"/>
            <a:ext cx="1341900" cy="1312343"/>
          </a:xfrm>
          <a:custGeom>
            <a:avLst/>
            <a:gdLst/>
            <a:ahLst/>
            <a:cxnLst/>
            <a:rect l="l" t="t" r="r" b="b"/>
            <a:pathLst>
              <a:path w="1341900" h="1312343">
                <a:moveTo>
                  <a:pt x="0" y="0"/>
                </a:moveTo>
                <a:lnTo>
                  <a:pt x="1341901" y="0"/>
                </a:lnTo>
                <a:lnTo>
                  <a:pt x="1341901" y="1312343"/>
                </a:lnTo>
                <a:lnTo>
                  <a:pt x="0" y="1312343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grpSp>
        <p:nvGrpSpPr>
          <p:cNvPr id="58" name="Group 58"/>
          <p:cNvGrpSpPr/>
          <p:nvPr/>
        </p:nvGrpSpPr>
        <p:grpSpPr>
          <a:xfrm rot="1585475">
            <a:off x="818159" y="7679108"/>
            <a:ext cx="598300" cy="769575"/>
            <a:chOff x="0" y="0"/>
            <a:chExt cx="214417" cy="275798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214417" cy="275798"/>
            </a:xfrm>
            <a:custGeom>
              <a:avLst/>
              <a:gdLst/>
              <a:ahLst/>
              <a:cxnLst/>
              <a:rect l="l" t="t" r="r" b="b"/>
              <a:pathLst>
                <a:path w="214417" h="275798">
                  <a:moveTo>
                    <a:pt x="0" y="0"/>
                  </a:moveTo>
                  <a:lnTo>
                    <a:pt x="214417" y="0"/>
                  </a:lnTo>
                  <a:lnTo>
                    <a:pt x="214417" y="275798"/>
                  </a:lnTo>
                  <a:lnTo>
                    <a:pt x="0" y="27579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28575"/>
              <a:ext cx="214417" cy="3043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006132" y="7414733"/>
            <a:ext cx="550310" cy="677647"/>
            <a:chOff x="0" y="0"/>
            <a:chExt cx="660066" cy="81280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60066" cy="812800"/>
            </a:xfrm>
            <a:custGeom>
              <a:avLst/>
              <a:gdLst/>
              <a:ahLst/>
              <a:cxnLst/>
              <a:rect l="l" t="t" r="r" b="b"/>
              <a:pathLst>
                <a:path w="660066" h="812800">
                  <a:moveTo>
                    <a:pt x="330033" y="0"/>
                  </a:moveTo>
                  <a:lnTo>
                    <a:pt x="660066" y="203200"/>
                  </a:lnTo>
                  <a:lnTo>
                    <a:pt x="660066" y="609600"/>
                  </a:lnTo>
                  <a:lnTo>
                    <a:pt x="330033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30033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111125"/>
              <a:ext cx="660066" cy="561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929408" y="7823048"/>
            <a:ext cx="409575" cy="409575"/>
            <a:chOff x="0" y="0"/>
            <a:chExt cx="812800" cy="81280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751F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1236474" y="7594826"/>
            <a:ext cx="149410" cy="149410"/>
            <a:chOff x="0" y="0"/>
            <a:chExt cx="812800" cy="812800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751F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0" name="Freeform 70"/>
          <p:cNvSpPr/>
          <p:nvPr/>
        </p:nvSpPr>
        <p:spPr>
          <a:xfrm>
            <a:off x="260460" y="9024722"/>
            <a:ext cx="449464" cy="449464"/>
          </a:xfrm>
          <a:custGeom>
            <a:avLst/>
            <a:gdLst/>
            <a:ahLst/>
            <a:cxnLst/>
            <a:rect l="l" t="t" r="r" b="b"/>
            <a:pathLst>
              <a:path w="449464" h="449464">
                <a:moveTo>
                  <a:pt x="0" y="0"/>
                </a:moveTo>
                <a:lnTo>
                  <a:pt x="449464" y="0"/>
                </a:lnTo>
                <a:lnTo>
                  <a:pt x="449464" y="449464"/>
                </a:lnTo>
                <a:lnTo>
                  <a:pt x="0" y="449464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sp>
        <p:nvSpPr>
          <p:cNvPr id="71" name="Freeform 71"/>
          <p:cNvSpPr/>
          <p:nvPr/>
        </p:nvSpPr>
        <p:spPr>
          <a:xfrm>
            <a:off x="297190" y="9607536"/>
            <a:ext cx="412735" cy="317430"/>
          </a:xfrm>
          <a:custGeom>
            <a:avLst/>
            <a:gdLst/>
            <a:ahLst/>
            <a:cxnLst/>
            <a:rect l="l" t="t" r="r" b="b"/>
            <a:pathLst>
              <a:path w="412735" h="317430">
                <a:moveTo>
                  <a:pt x="0" y="0"/>
                </a:moveTo>
                <a:lnTo>
                  <a:pt x="412734" y="0"/>
                </a:lnTo>
                <a:lnTo>
                  <a:pt x="412734" y="317431"/>
                </a:lnTo>
                <a:lnTo>
                  <a:pt x="0" y="317431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  <p:sp>
        <p:nvSpPr>
          <p:cNvPr id="72" name="Freeform 72"/>
          <p:cNvSpPr/>
          <p:nvPr/>
        </p:nvSpPr>
        <p:spPr>
          <a:xfrm>
            <a:off x="297190" y="10045313"/>
            <a:ext cx="380986" cy="485051"/>
          </a:xfrm>
          <a:custGeom>
            <a:avLst/>
            <a:gdLst/>
            <a:ahLst/>
            <a:cxnLst/>
            <a:rect l="l" t="t" r="r" b="b"/>
            <a:pathLst>
              <a:path w="380986" h="485051">
                <a:moveTo>
                  <a:pt x="0" y="0"/>
                </a:moveTo>
                <a:lnTo>
                  <a:pt x="380986" y="0"/>
                </a:lnTo>
                <a:lnTo>
                  <a:pt x="380986" y="485052"/>
                </a:lnTo>
                <a:lnTo>
                  <a:pt x="0" y="48505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</p:sp>
      <p:grpSp>
        <p:nvGrpSpPr>
          <p:cNvPr id="73" name="Group 73"/>
          <p:cNvGrpSpPr/>
          <p:nvPr/>
        </p:nvGrpSpPr>
        <p:grpSpPr>
          <a:xfrm>
            <a:off x="767819" y="9091397"/>
            <a:ext cx="4288988" cy="401839"/>
            <a:chOff x="0" y="0"/>
            <a:chExt cx="1537077" cy="14401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1537077" cy="144010"/>
            </a:xfrm>
            <a:custGeom>
              <a:avLst/>
              <a:gdLst/>
              <a:ahLst/>
              <a:cxnLst/>
              <a:rect l="l" t="t" r="r" b="b"/>
              <a:pathLst>
                <a:path w="1537077" h="144010">
                  <a:moveTo>
                    <a:pt x="0" y="0"/>
                  </a:moveTo>
                  <a:lnTo>
                    <a:pt x="1537077" y="0"/>
                  </a:lnTo>
                  <a:lnTo>
                    <a:pt x="1537077" y="144010"/>
                  </a:lnTo>
                  <a:lnTo>
                    <a:pt x="0" y="144010"/>
                  </a:lnTo>
                  <a:close/>
                </a:path>
              </a:pathLst>
            </a:custGeom>
            <a:solidFill>
              <a:srgbClr val="004AAD">
                <a:alpha val="28627"/>
              </a:srgbClr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28575"/>
              <a:ext cx="1537077" cy="1725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775658" y="9598011"/>
            <a:ext cx="4288988" cy="401839"/>
            <a:chOff x="0" y="0"/>
            <a:chExt cx="1537077" cy="14401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1537077" cy="144010"/>
            </a:xfrm>
            <a:custGeom>
              <a:avLst/>
              <a:gdLst/>
              <a:ahLst/>
              <a:cxnLst/>
              <a:rect l="l" t="t" r="r" b="b"/>
              <a:pathLst>
                <a:path w="1537077" h="144010">
                  <a:moveTo>
                    <a:pt x="0" y="0"/>
                  </a:moveTo>
                  <a:lnTo>
                    <a:pt x="1537077" y="0"/>
                  </a:lnTo>
                  <a:lnTo>
                    <a:pt x="1537077" y="144010"/>
                  </a:lnTo>
                  <a:lnTo>
                    <a:pt x="0" y="144010"/>
                  </a:lnTo>
                  <a:close/>
                </a:path>
              </a:pathLst>
            </a:custGeom>
            <a:solidFill>
              <a:srgbClr val="004AAD">
                <a:alpha val="28627"/>
              </a:srgbClr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28575"/>
              <a:ext cx="1537077" cy="1725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783497" y="10104626"/>
            <a:ext cx="4288988" cy="401839"/>
            <a:chOff x="0" y="0"/>
            <a:chExt cx="1537077" cy="144010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537077" cy="144010"/>
            </a:xfrm>
            <a:custGeom>
              <a:avLst/>
              <a:gdLst/>
              <a:ahLst/>
              <a:cxnLst/>
              <a:rect l="l" t="t" r="r" b="b"/>
              <a:pathLst>
                <a:path w="1537077" h="144010">
                  <a:moveTo>
                    <a:pt x="0" y="0"/>
                  </a:moveTo>
                  <a:lnTo>
                    <a:pt x="1537077" y="0"/>
                  </a:lnTo>
                  <a:lnTo>
                    <a:pt x="1537077" y="144010"/>
                  </a:lnTo>
                  <a:lnTo>
                    <a:pt x="0" y="144010"/>
                  </a:lnTo>
                  <a:close/>
                </a:path>
              </a:pathLst>
            </a:custGeom>
            <a:solidFill>
              <a:srgbClr val="004AAD">
                <a:alpha val="28627"/>
              </a:srgbClr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28575"/>
              <a:ext cx="1537077" cy="1725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82" name="Freeform 82"/>
          <p:cNvSpPr/>
          <p:nvPr/>
        </p:nvSpPr>
        <p:spPr>
          <a:xfrm>
            <a:off x="6360633" y="7576928"/>
            <a:ext cx="873062" cy="873062"/>
          </a:xfrm>
          <a:custGeom>
            <a:avLst/>
            <a:gdLst/>
            <a:ahLst/>
            <a:cxnLst/>
            <a:rect l="l" t="t" r="r" b="b"/>
            <a:pathLst>
              <a:path w="873062" h="873062">
                <a:moveTo>
                  <a:pt x="0" y="0"/>
                </a:moveTo>
                <a:lnTo>
                  <a:pt x="873062" y="0"/>
                </a:lnTo>
                <a:lnTo>
                  <a:pt x="873062" y="873062"/>
                </a:lnTo>
                <a:lnTo>
                  <a:pt x="0" y="873062"/>
                </a:lnTo>
                <a:lnTo>
                  <a:pt x="0" y="0"/>
                </a:lnTo>
                <a:close/>
              </a:path>
            </a:pathLst>
          </a:custGeom>
          <a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a:blipFill>
        </p:spPr>
      </p:sp>
      <p:sp>
        <p:nvSpPr>
          <p:cNvPr id="83" name="Freeform 83"/>
          <p:cNvSpPr/>
          <p:nvPr/>
        </p:nvSpPr>
        <p:spPr>
          <a:xfrm>
            <a:off x="5766925" y="8906876"/>
            <a:ext cx="1793075" cy="1784110"/>
          </a:xfrm>
          <a:custGeom>
            <a:avLst/>
            <a:gdLst/>
            <a:ahLst/>
            <a:cxnLst/>
            <a:rect l="l" t="t" r="r" b="b"/>
            <a:pathLst>
              <a:path w="1793075" h="1784110">
                <a:moveTo>
                  <a:pt x="0" y="0"/>
                </a:moveTo>
                <a:lnTo>
                  <a:pt x="1793075" y="0"/>
                </a:lnTo>
                <a:lnTo>
                  <a:pt x="1793075" y="1784110"/>
                </a:lnTo>
                <a:lnTo>
                  <a:pt x="0" y="1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</p:sp>
      <p:sp>
        <p:nvSpPr>
          <p:cNvPr id="84" name="TextBox 84"/>
          <p:cNvSpPr txBox="1"/>
          <p:nvPr/>
        </p:nvSpPr>
        <p:spPr>
          <a:xfrm>
            <a:off x="2908740" y="767220"/>
            <a:ext cx="2382098" cy="551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19"/>
              </a:lnSpc>
              <a:spcBef>
                <a:spcPct val="0"/>
              </a:spcBef>
            </a:pPr>
            <a:r>
              <a:rPr lang="en-US" sz="3299" dirty="0" err="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Ouarzazate</a:t>
            </a:r>
            <a:endParaRPr lang="en-US" sz="3299" dirty="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85" name="TextBox 85"/>
          <p:cNvSpPr txBox="1"/>
          <p:nvPr/>
        </p:nvSpPr>
        <p:spPr>
          <a:xfrm>
            <a:off x="3084878" y="1293983"/>
            <a:ext cx="2029823" cy="205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dirty="0">
                <a:solidFill>
                  <a:srgbClr val="FFFFFF"/>
                </a:solidFill>
                <a:latin typeface="Playpen Sans"/>
                <a:ea typeface="Playpen Sans"/>
                <a:cs typeface="Playpen Sans"/>
                <a:sym typeface="Playpen Sans"/>
              </a:rPr>
              <a:t>Your safety, our priority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524352" y="3196982"/>
            <a:ext cx="2796697" cy="266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 dirty="0">
                <a:solidFill>
                  <a:srgbClr val="FFEB3B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Third-Party Insurance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338752" y="3597992"/>
            <a:ext cx="3337541" cy="266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 dirty="0">
                <a:solidFill>
                  <a:srgbClr val="FFEB3B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Third-Party Plus Insurance</a:t>
            </a:r>
          </a:p>
        </p:txBody>
      </p:sp>
      <p:sp>
        <p:nvSpPr>
          <p:cNvPr id="88" name="TextBox 88"/>
          <p:cNvSpPr txBox="1"/>
          <p:nvPr/>
        </p:nvSpPr>
        <p:spPr>
          <a:xfrm>
            <a:off x="503557" y="3991966"/>
            <a:ext cx="3872937" cy="264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EB3B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Comprehensive Insurance (All Risks)</a:t>
            </a:r>
          </a:p>
        </p:txBody>
      </p:sp>
      <p:sp>
        <p:nvSpPr>
          <p:cNvPr id="89" name="TextBox 89"/>
          <p:cNvSpPr txBox="1"/>
          <p:nvPr/>
        </p:nvSpPr>
        <p:spPr>
          <a:xfrm>
            <a:off x="402366" y="6734596"/>
            <a:ext cx="1944607" cy="266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 dirty="0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Our advantages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2958403" y="6852371"/>
            <a:ext cx="563910" cy="264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Cars 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4446256" y="6818777"/>
            <a:ext cx="1315492" cy="264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Motorcycles </a:t>
            </a:r>
          </a:p>
        </p:txBody>
      </p:sp>
      <p:sp>
        <p:nvSpPr>
          <p:cNvPr id="92" name="TextBox 92"/>
          <p:cNvSpPr txBox="1"/>
          <p:nvPr/>
        </p:nvSpPr>
        <p:spPr>
          <a:xfrm>
            <a:off x="6566597" y="6837024"/>
            <a:ext cx="689967" cy="264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Trucks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459188" y="8471418"/>
            <a:ext cx="1325166" cy="191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40"/>
              </a:lnSpc>
              <a:spcBef>
                <a:spcPct val="0"/>
              </a:spcBef>
            </a:pPr>
            <a:r>
              <a:rPr lang="en-US" sz="1100" b="1">
                <a:solidFill>
                  <a:srgbClr val="004AAD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Competitive prices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2492068" y="8471418"/>
            <a:ext cx="1184225" cy="174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sz="1000" b="1">
                <a:solidFill>
                  <a:srgbClr val="004AAD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National coverage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6065289" y="8471418"/>
            <a:ext cx="1491211" cy="3460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15901" lvl="1" indent="-107951" algn="ctr">
              <a:lnSpc>
                <a:spcPts val="1400"/>
              </a:lnSpc>
              <a:spcBef>
                <a:spcPct val="0"/>
              </a:spcBef>
              <a:buFont typeface="Arial"/>
              <a:buChar char="•"/>
            </a:pPr>
            <a:r>
              <a:rPr lang="en-US" sz="1000" b="1" dirty="0">
                <a:solidFill>
                  <a:srgbClr val="004AAD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Fast subscription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  <a:endParaRPr lang="en-US" sz="1000" b="1" dirty="0">
              <a:solidFill>
                <a:srgbClr val="004AAD"/>
              </a:solidFill>
              <a:latin typeface="Playpen Sans Bold"/>
              <a:ea typeface="Playpen Sans Bold"/>
              <a:cs typeface="Playpen Sans Bold"/>
              <a:sym typeface="Playpen Sans Bold"/>
            </a:endParaRPr>
          </a:p>
        </p:txBody>
      </p:sp>
      <p:sp>
        <p:nvSpPr>
          <p:cNvPr id="96" name="TextBox 96"/>
          <p:cNvSpPr txBox="1"/>
          <p:nvPr/>
        </p:nvSpPr>
        <p:spPr>
          <a:xfrm>
            <a:off x="4462401" y="8471418"/>
            <a:ext cx="1020812" cy="174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sz="1000" b="1">
                <a:solidFill>
                  <a:srgbClr val="004AAD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24/7 assistance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4415631" y="7804376"/>
            <a:ext cx="1164693" cy="6564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47"/>
              </a:lnSpc>
            </a:pPr>
            <a:r>
              <a:rPr lang="en-US" sz="5683" b="1">
                <a:solidFill>
                  <a:srgbClr val="FFFFFF"/>
                </a:solidFill>
                <a:latin typeface="Bebas Neue Bold"/>
                <a:ea typeface="Bebas Neue Bold"/>
                <a:cs typeface="Bebas Neue Bold"/>
                <a:sym typeface="Bebas Neue Bold"/>
              </a:rPr>
              <a:t>24/7</a:t>
            </a:r>
          </a:p>
        </p:txBody>
      </p:sp>
      <p:sp>
        <p:nvSpPr>
          <p:cNvPr id="98" name="TextBox 98"/>
          <p:cNvSpPr txBox="1"/>
          <p:nvPr/>
        </p:nvSpPr>
        <p:spPr>
          <a:xfrm rot="-599087">
            <a:off x="4170334" y="7769936"/>
            <a:ext cx="1627298" cy="5506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97"/>
              </a:lnSpc>
              <a:spcBef>
                <a:spcPct val="0"/>
              </a:spcBef>
            </a:pPr>
            <a:r>
              <a:rPr lang="en-US" sz="4871">
                <a:solidFill>
                  <a:srgbClr val="000000"/>
                </a:solidFill>
                <a:latin typeface="Moontime"/>
                <a:ea typeface="Moontime"/>
                <a:cs typeface="Moontime"/>
                <a:sym typeface="Moontime"/>
              </a:rPr>
              <a:t>Open</a:t>
            </a:r>
          </a:p>
        </p:txBody>
      </p:sp>
      <p:sp>
        <p:nvSpPr>
          <p:cNvPr id="99" name="TextBox 99"/>
          <p:cNvSpPr txBox="1"/>
          <p:nvPr/>
        </p:nvSpPr>
        <p:spPr>
          <a:xfrm rot="1913738">
            <a:off x="1073548" y="7869266"/>
            <a:ext cx="160734" cy="264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€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31321" y="9119972"/>
            <a:ext cx="789682" cy="264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 Call us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1991394" y="9119972"/>
            <a:ext cx="1684899" cy="266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 dirty="0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:0578963152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-161956" y="9655161"/>
            <a:ext cx="6040962" cy="264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email: contact@assuranceauto-oz.com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709924" y="10191667"/>
            <a:ext cx="4404777" cy="264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adresse: avenue mohamed V,Oarzazate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6257381" y="9546504"/>
            <a:ext cx="812162" cy="3727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r>
              <a:rPr lang="en-US" sz="2199" b="1">
                <a:solidFill>
                  <a:srgbClr val="FF751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59</Words>
  <Application>Microsoft Office PowerPoint</Application>
  <PresentationFormat>Custom</PresentationFormat>
  <Paragraphs>24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1" baseType="lpstr">
      <vt:lpstr>Canva Sans Bold</vt:lpstr>
      <vt:lpstr>Moontime</vt:lpstr>
      <vt:lpstr>Bebas Neue Bold</vt:lpstr>
      <vt:lpstr>Canva Sans</vt:lpstr>
      <vt:lpstr>Open Sans Bold</vt:lpstr>
      <vt:lpstr>Arial</vt:lpstr>
      <vt:lpstr>Playpen Sans Bold</vt:lpstr>
      <vt:lpstr>Playpen Sans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 Photo Missing Dog Ad Flyer</dc:title>
  <cp:lastModifiedBy>hamza kisra</cp:lastModifiedBy>
  <cp:revision>2</cp:revision>
  <dcterms:created xsi:type="dcterms:W3CDTF">2006-08-16T00:00:00Z</dcterms:created>
  <dcterms:modified xsi:type="dcterms:W3CDTF">2025-12-30T12:20:28Z</dcterms:modified>
  <dc:identifier>DAG8-FH81PU</dc:identifier>
</cp:coreProperties>
</file>