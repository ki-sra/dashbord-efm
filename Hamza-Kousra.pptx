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Canva Sans" charset="1" panose="020B0503030501040103"/>
      <p:regular r:id="rId7"/>
    </p:embeddedFont>
    <p:embeddedFont>
      <p:font typeface="Canva Sans Bold" charset="1" panose="020B0803030501040103"/>
      <p:regular r:id="rId8"/>
    </p:embeddedFont>
    <p:embeddedFont>
      <p:font typeface="Open Sans Bold" charset="1" panose="00000000000000000000"/>
      <p:regular r:id="rId9"/>
    </p:embeddedFont>
    <p:embeddedFont>
      <p:font typeface="Playpen Sans" charset="1" panose="00000000000000000000"/>
      <p:regular r:id="rId10"/>
    </p:embeddedFont>
    <p:embeddedFont>
      <p:font typeface="Playpen Sans Bold" charset="1" panose="00000000000000000000"/>
      <p:regular r:id="rId11"/>
    </p:embeddedFont>
    <p:embeddedFont>
      <p:font typeface="Bebas Neue Bold" charset="1" panose="020B0606020202050201"/>
      <p:regular r:id="rId12"/>
    </p:embeddedFont>
    <p:embeddedFont>
      <p:font typeface="Moontime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jpe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2459014"/>
          </a:xfrm>
          <a:custGeom>
            <a:avLst/>
            <a:gdLst/>
            <a:ahLst/>
            <a:cxnLst/>
            <a:rect r="r" b="b" t="t" l="l"/>
            <a:pathLst>
              <a:path h="2459014" w="7560000">
                <a:moveTo>
                  <a:pt x="0" y="0"/>
                </a:moveTo>
                <a:lnTo>
                  <a:pt x="7560000" y="0"/>
                </a:lnTo>
                <a:lnTo>
                  <a:pt x="7560000" y="2459014"/>
                </a:lnTo>
                <a:lnTo>
                  <a:pt x="0" y="2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894" t="-85172" r="-647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6941"/>
            <a:ext cx="7653584" cy="1578114"/>
          </a:xfrm>
          <a:custGeom>
            <a:avLst/>
            <a:gdLst/>
            <a:ahLst/>
            <a:cxnLst/>
            <a:rect r="r" b="b" t="t" l="l"/>
            <a:pathLst>
              <a:path h="1578114" w="7653584">
                <a:moveTo>
                  <a:pt x="0" y="0"/>
                </a:moveTo>
                <a:lnTo>
                  <a:pt x="7653584" y="0"/>
                </a:lnTo>
                <a:lnTo>
                  <a:pt x="7653584" y="1578114"/>
                </a:lnTo>
                <a:lnTo>
                  <a:pt x="0" y="157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-50364" r="0" b="-607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7051" y="66169"/>
            <a:ext cx="1323101" cy="988717"/>
          </a:xfrm>
          <a:custGeom>
            <a:avLst/>
            <a:gdLst/>
            <a:ahLst/>
            <a:cxnLst/>
            <a:rect r="r" b="b" t="t" l="l"/>
            <a:pathLst>
              <a:path h="988717" w="1323101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0152" y="0"/>
            <a:ext cx="2964330" cy="560528"/>
          </a:xfrm>
          <a:custGeom>
            <a:avLst/>
            <a:gdLst/>
            <a:ahLst/>
            <a:cxnLst/>
            <a:rect r="r" b="b" t="t" l="l"/>
            <a:pathLst>
              <a:path h="560528" w="2964330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6162" y="1054886"/>
            <a:ext cx="1393990" cy="104465"/>
          </a:xfrm>
          <a:custGeom>
            <a:avLst/>
            <a:gdLst/>
            <a:ahLst/>
            <a:cxnLst/>
            <a:rect r="r" b="b" t="t" l="l"/>
            <a:pathLst>
              <a:path h="104465" w="1393990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1693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40357" y="550443"/>
            <a:ext cx="3500605" cy="109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uto insurance </a:t>
            </a:r>
          </a:p>
          <a:p>
            <a:pPr algn="ctr">
              <a:lnSpc>
                <a:spcPts val="47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5187487" y="1054886"/>
            <a:ext cx="1393990" cy="104465"/>
          </a:xfrm>
          <a:custGeom>
            <a:avLst/>
            <a:gdLst/>
            <a:ahLst/>
            <a:cxnLst/>
            <a:rect r="r" b="b" t="t" l="l"/>
            <a:pathLst>
              <a:path h="104465" w="1393990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1693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010290" y="855998"/>
            <a:ext cx="8663875" cy="2055980"/>
          </a:xfrm>
          <a:custGeom>
            <a:avLst/>
            <a:gdLst/>
            <a:ahLst/>
            <a:cxnLst/>
            <a:rect r="r" b="b" t="t" l="l"/>
            <a:pathLst>
              <a:path h="2055980" w="8663875">
                <a:moveTo>
                  <a:pt x="0" y="0"/>
                </a:moveTo>
                <a:lnTo>
                  <a:pt x="8663874" y="0"/>
                </a:lnTo>
                <a:lnTo>
                  <a:pt x="8663874" y="2055980"/>
                </a:lnTo>
                <a:lnTo>
                  <a:pt x="0" y="2055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296" b="-12676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51139" y="2190407"/>
            <a:ext cx="280141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C1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</a:t>
            </a:r>
            <a:r>
              <a:rPr lang="en-US" b="true" sz="3300">
                <a:solidFill>
                  <a:srgbClr val="FFC1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MOROCCO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5187487" y="2491533"/>
            <a:ext cx="1393990" cy="104465"/>
          </a:xfrm>
          <a:custGeom>
            <a:avLst/>
            <a:gdLst/>
            <a:ahLst/>
            <a:cxnLst/>
            <a:rect r="r" b="b" t="t" l="l"/>
            <a:pathLst>
              <a:path h="104465" w="1393990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1693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3497" y="2491533"/>
            <a:ext cx="1393990" cy="104465"/>
          </a:xfrm>
          <a:custGeom>
            <a:avLst/>
            <a:gdLst/>
            <a:ahLst/>
            <a:cxnLst/>
            <a:rect r="r" b="b" t="t" l="l"/>
            <a:pathLst>
              <a:path h="104465" w="1393990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16931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10800000">
            <a:off x="0" y="2820962"/>
            <a:ext cx="7560000" cy="1999109"/>
            <a:chOff x="0" y="0"/>
            <a:chExt cx="2709333" cy="716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9333" cy="716436"/>
            </a:xfrm>
            <a:custGeom>
              <a:avLst/>
              <a:gdLst/>
              <a:ahLst/>
              <a:cxnLst/>
              <a:rect r="r" b="b" t="t" l="l"/>
              <a:pathLst>
                <a:path h="716436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16436"/>
                  </a:lnTo>
                  <a:lnTo>
                    <a:pt x="0" y="71643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709333" cy="725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9073" y="3177861"/>
            <a:ext cx="327341" cy="258021"/>
          </a:xfrm>
          <a:custGeom>
            <a:avLst/>
            <a:gdLst/>
            <a:ahLst/>
            <a:cxnLst/>
            <a:rect r="r" b="b" t="t" l="l"/>
            <a:pathLst>
              <a:path h="258021" w="32734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073" y="3562495"/>
            <a:ext cx="327341" cy="258021"/>
          </a:xfrm>
          <a:custGeom>
            <a:avLst/>
            <a:gdLst/>
            <a:ahLst/>
            <a:cxnLst/>
            <a:rect r="r" b="b" t="t" l="l"/>
            <a:pathLst>
              <a:path h="258021" w="327341">
                <a:moveTo>
                  <a:pt x="0" y="0"/>
                </a:moveTo>
                <a:lnTo>
                  <a:pt x="327340" y="0"/>
                </a:lnTo>
                <a:lnTo>
                  <a:pt x="327340" y="258021"/>
                </a:lnTo>
                <a:lnTo>
                  <a:pt x="0" y="258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073" y="4020541"/>
            <a:ext cx="327341" cy="258021"/>
          </a:xfrm>
          <a:custGeom>
            <a:avLst/>
            <a:gdLst/>
            <a:ahLst/>
            <a:cxnLst/>
            <a:rect r="r" b="b" t="t" l="l"/>
            <a:pathLst>
              <a:path h="258021" w="32734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53433" y="1711730"/>
            <a:ext cx="5453134" cy="58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  <a:spcBef>
                <a:spcPct val="0"/>
              </a:spcBef>
            </a:pPr>
            <a:r>
              <a:rPr lang="en-US" b="true" sz="336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AUTOMOBILE INSURANCE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872937" y="4288063"/>
            <a:ext cx="3414774" cy="3414774"/>
          </a:xfrm>
          <a:custGeom>
            <a:avLst/>
            <a:gdLst/>
            <a:ahLst/>
            <a:cxnLst/>
            <a:rect r="r" b="b" t="t" l="l"/>
            <a:pathLst>
              <a:path h="3414774" w="3414774">
                <a:moveTo>
                  <a:pt x="0" y="0"/>
                </a:moveTo>
                <a:lnTo>
                  <a:pt x="3414774" y="0"/>
                </a:lnTo>
                <a:lnTo>
                  <a:pt x="3414774" y="3414775"/>
                </a:lnTo>
                <a:lnTo>
                  <a:pt x="0" y="3414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0" y="7135545"/>
            <a:ext cx="7653584" cy="1755828"/>
            <a:chOff x="0" y="0"/>
            <a:chExt cx="2742872" cy="6292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2872" cy="629249"/>
            </a:xfrm>
            <a:custGeom>
              <a:avLst/>
              <a:gdLst/>
              <a:ahLst/>
              <a:cxnLst/>
              <a:rect r="r" b="b" t="t" l="l"/>
              <a:pathLst>
                <a:path h="629249" w="2742872">
                  <a:moveTo>
                    <a:pt x="0" y="0"/>
                  </a:moveTo>
                  <a:lnTo>
                    <a:pt x="2742872" y="0"/>
                  </a:lnTo>
                  <a:lnTo>
                    <a:pt x="2742872" y="629249"/>
                  </a:lnTo>
                  <a:lnTo>
                    <a:pt x="0" y="629249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742872" cy="65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102704" y="4848646"/>
            <a:ext cx="7858992" cy="2293609"/>
            <a:chOff x="0" y="0"/>
            <a:chExt cx="2816485" cy="8219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16485" cy="821978"/>
            </a:xfrm>
            <a:custGeom>
              <a:avLst/>
              <a:gdLst/>
              <a:ahLst/>
              <a:cxnLst/>
              <a:rect r="r" b="b" t="t" l="l"/>
              <a:pathLst>
                <a:path h="821978" w="2816485">
                  <a:moveTo>
                    <a:pt x="0" y="0"/>
                  </a:moveTo>
                  <a:lnTo>
                    <a:pt x="2816485" y="0"/>
                  </a:lnTo>
                  <a:lnTo>
                    <a:pt x="2816485" y="821978"/>
                  </a:lnTo>
                  <a:lnTo>
                    <a:pt x="0" y="821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816485" cy="85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-161956" y="4809498"/>
            <a:ext cx="7815540" cy="2332756"/>
          </a:xfrm>
          <a:custGeom>
            <a:avLst/>
            <a:gdLst/>
            <a:ahLst/>
            <a:cxnLst/>
            <a:rect r="r" b="b" t="t" l="l"/>
            <a:pathLst>
              <a:path h="2332756" w="7815540">
                <a:moveTo>
                  <a:pt x="0" y="0"/>
                </a:moveTo>
                <a:lnTo>
                  <a:pt x="7815540" y="0"/>
                </a:lnTo>
                <a:lnTo>
                  <a:pt x="7815540" y="2332757"/>
                </a:lnTo>
                <a:lnTo>
                  <a:pt x="0" y="23327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9000"/>
            </a:blip>
            <a:stretch>
              <a:fillRect l="0" t="-61817" r="0" b="-61817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6676" y="6544096"/>
            <a:ext cx="1684123" cy="842062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2743" y="6477421"/>
            <a:ext cx="1631727" cy="815864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638811" y="6689025"/>
            <a:ext cx="1239643" cy="619822"/>
            <a:chOff x="0" y="0"/>
            <a:chExt cx="812800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484180" y="6673463"/>
            <a:ext cx="1239643" cy="619822"/>
            <a:chOff x="0" y="0"/>
            <a:chExt cx="812800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282837" y="6655216"/>
            <a:ext cx="1239643" cy="619822"/>
            <a:chOff x="0" y="0"/>
            <a:chExt cx="812800" cy="406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true" flipV="false" rot="0">
            <a:off x="2540357" y="4643556"/>
            <a:ext cx="2847641" cy="2525898"/>
          </a:xfrm>
          <a:custGeom>
            <a:avLst/>
            <a:gdLst/>
            <a:ahLst/>
            <a:cxnLst/>
            <a:rect r="r" b="b" t="t" l="l"/>
            <a:pathLst>
              <a:path h="2525898" w="2847641">
                <a:moveTo>
                  <a:pt x="2847641" y="0"/>
                </a:moveTo>
                <a:lnTo>
                  <a:pt x="0" y="0"/>
                </a:lnTo>
                <a:lnTo>
                  <a:pt x="0" y="2525898"/>
                </a:lnTo>
                <a:lnTo>
                  <a:pt x="2847641" y="2525898"/>
                </a:lnTo>
                <a:lnTo>
                  <a:pt x="2847641" y="0"/>
                </a:lnTo>
                <a:close/>
              </a:path>
            </a:pathLst>
          </a:custGeom>
          <a:blipFill>
            <a:blip r:embed="rId17"/>
            <a:stretch>
              <a:fillRect l="-8625" t="-1680" r="-35682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735704" y="4786173"/>
            <a:ext cx="2872080" cy="2042130"/>
          </a:xfrm>
          <a:custGeom>
            <a:avLst/>
            <a:gdLst/>
            <a:ahLst/>
            <a:cxnLst/>
            <a:rect r="r" b="b" t="t" l="l"/>
            <a:pathLst>
              <a:path h="2042130" w="2872080">
                <a:moveTo>
                  <a:pt x="0" y="0"/>
                </a:moveTo>
                <a:lnTo>
                  <a:pt x="2872081" y="0"/>
                </a:lnTo>
                <a:lnTo>
                  <a:pt x="2872081" y="2042129"/>
                </a:lnTo>
                <a:lnTo>
                  <a:pt x="0" y="20421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233" t="0" r="-538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678176" y="7548673"/>
            <a:ext cx="912040" cy="91204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714129" y="7548673"/>
            <a:ext cx="912040" cy="91204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516787" y="7548673"/>
            <a:ext cx="912040" cy="91204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341144" y="7548673"/>
            <a:ext cx="912040" cy="912040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2499198" y="7359954"/>
            <a:ext cx="1341900" cy="1312343"/>
          </a:xfrm>
          <a:custGeom>
            <a:avLst/>
            <a:gdLst/>
            <a:ahLst/>
            <a:cxnLst/>
            <a:rect r="r" b="b" t="t" l="l"/>
            <a:pathLst>
              <a:path h="1312343" w="1341900">
                <a:moveTo>
                  <a:pt x="0" y="0"/>
                </a:moveTo>
                <a:lnTo>
                  <a:pt x="1341901" y="0"/>
                </a:lnTo>
                <a:lnTo>
                  <a:pt x="1341901" y="1312343"/>
                </a:lnTo>
                <a:lnTo>
                  <a:pt x="0" y="131234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1585475">
            <a:off x="818159" y="7679108"/>
            <a:ext cx="598300" cy="769575"/>
            <a:chOff x="0" y="0"/>
            <a:chExt cx="214417" cy="27579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4417" cy="275798"/>
            </a:xfrm>
            <a:custGeom>
              <a:avLst/>
              <a:gdLst/>
              <a:ahLst/>
              <a:cxnLst/>
              <a:rect r="r" b="b" t="t" l="l"/>
              <a:pathLst>
                <a:path h="275798" w="214417">
                  <a:moveTo>
                    <a:pt x="0" y="0"/>
                  </a:moveTo>
                  <a:lnTo>
                    <a:pt x="214417" y="0"/>
                  </a:lnTo>
                  <a:lnTo>
                    <a:pt x="214417" y="275798"/>
                  </a:lnTo>
                  <a:lnTo>
                    <a:pt x="0" y="2757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14417" cy="304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06132" y="7414733"/>
            <a:ext cx="550310" cy="677647"/>
            <a:chOff x="0" y="0"/>
            <a:chExt cx="660066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0066" cy="812800"/>
            </a:xfrm>
            <a:custGeom>
              <a:avLst/>
              <a:gdLst/>
              <a:ahLst/>
              <a:cxnLst/>
              <a:rect r="r" b="b" t="t" l="l"/>
              <a:pathLst>
                <a:path h="812800" w="660066">
                  <a:moveTo>
                    <a:pt x="330033" y="0"/>
                  </a:moveTo>
                  <a:lnTo>
                    <a:pt x="660066" y="203200"/>
                  </a:lnTo>
                  <a:lnTo>
                    <a:pt x="660066" y="609600"/>
                  </a:lnTo>
                  <a:lnTo>
                    <a:pt x="330033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3003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111125"/>
              <a:ext cx="66006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29408" y="7823048"/>
            <a:ext cx="409575" cy="409575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6474" y="7594826"/>
            <a:ext cx="149410" cy="149410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260460" y="9024722"/>
            <a:ext cx="449464" cy="449464"/>
          </a:xfrm>
          <a:custGeom>
            <a:avLst/>
            <a:gdLst/>
            <a:ahLst/>
            <a:cxnLst/>
            <a:rect r="r" b="b" t="t" l="l"/>
            <a:pathLst>
              <a:path h="449464" w="449464">
                <a:moveTo>
                  <a:pt x="0" y="0"/>
                </a:moveTo>
                <a:lnTo>
                  <a:pt x="449464" y="0"/>
                </a:lnTo>
                <a:lnTo>
                  <a:pt x="449464" y="449464"/>
                </a:lnTo>
                <a:lnTo>
                  <a:pt x="0" y="4494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297190" y="9607536"/>
            <a:ext cx="412735" cy="317430"/>
          </a:xfrm>
          <a:custGeom>
            <a:avLst/>
            <a:gdLst/>
            <a:ahLst/>
            <a:cxnLst/>
            <a:rect r="r" b="b" t="t" l="l"/>
            <a:pathLst>
              <a:path h="317430" w="412735">
                <a:moveTo>
                  <a:pt x="0" y="0"/>
                </a:moveTo>
                <a:lnTo>
                  <a:pt x="412734" y="0"/>
                </a:lnTo>
                <a:lnTo>
                  <a:pt x="412734" y="317431"/>
                </a:lnTo>
                <a:lnTo>
                  <a:pt x="0" y="3174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297190" y="10045313"/>
            <a:ext cx="380986" cy="485051"/>
          </a:xfrm>
          <a:custGeom>
            <a:avLst/>
            <a:gdLst/>
            <a:ahLst/>
            <a:cxnLst/>
            <a:rect r="r" b="b" t="t" l="l"/>
            <a:pathLst>
              <a:path h="485051" w="380986">
                <a:moveTo>
                  <a:pt x="0" y="0"/>
                </a:moveTo>
                <a:lnTo>
                  <a:pt x="380986" y="0"/>
                </a:lnTo>
                <a:lnTo>
                  <a:pt x="380986" y="485052"/>
                </a:lnTo>
                <a:lnTo>
                  <a:pt x="0" y="48505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767819" y="9091397"/>
            <a:ext cx="4288988" cy="401839"/>
            <a:chOff x="0" y="0"/>
            <a:chExt cx="1537077" cy="14401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37077" cy="144010"/>
            </a:xfrm>
            <a:custGeom>
              <a:avLst/>
              <a:gdLst/>
              <a:ahLst/>
              <a:cxnLst/>
              <a:rect r="r" b="b" t="t" l="l"/>
              <a:pathLst>
                <a:path h="144010" w="1537077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75658" y="9598011"/>
            <a:ext cx="4288988" cy="401839"/>
            <a:chOff x="0" y="0"/>
            <a:chExt cx="1537077" cy="14401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37077" cy="144010"/>
            </a:xfrm>
            <a:custGeom>
              <a:avLst/>
              <a:gdLst/>
              <a:ahLst/>
              <a:cxnLst/>
              <a:rect r="r" b="b" t="t" l="l"/>
              <a:pathLst>
                <a:path h="144010" w="1537077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83497" y="10104626"/>
            <a:ext cx="4288988" cy="401839"/>
            <a:chOff x="0" y="0"/>
            <a:chExt cx="1537077" cy="1440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7077" cy="144010"/>
            </a:xfrm>
            <a:custGeom>
              <a:avLst/>
              <a:gdLst/>
              <a:ahLst/>
              <a:cxnLst/>
              <a:rect r="r" b="b" t="t" l="l"/>
              <a:pathLst>
                <a:path h="144010" w="1537077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6360633" y="7576928"/>
            <a:ext cx="873062" cy="873062"/>
          </a:xfrm>
          <a:custGeom>
            <a:avLst/>
            <a:gdLst/>
            <a:ahLst/>
            <a:cxnLst/>
            <a:rect r="r" b="b" t="t" l="l"/>
            <a:pathLst>
              <a:path h="873062" w="873062">
                <a:moveTo>
                  <a:pt x="0" y="0"/>
                </a:moveTo>
                <a:lnTo>
                  <a:pt x="873062" y="0"/>
                </a:lnTo>
                <a:lnTo>
                  <a:pt x="873062" y="873062"/>
                </a:lnTo>
                <a:lnTo>
                  <a:pt x="0" y="87306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5766925" y="8906876"/>
            <a:ext cx="1793075" cy="1784110"/>
          </a:xfrm>
          <a:custGeom>
            <a:avLst/>
            <a:gdLst/>
            <a:ahLst/>
            <a:cxnLst/>
            <a:rect r="r" b="b" t="t" l="l"/>
            <a:pathLst>
              <a:path h="1784110" w="1793075">
                <a:moveTo>
                  <a:pt x="0" y="0"/>
                </a:moveTo>
                <a:lnTo>
                  <a:pt x="1793075" y="0"/>
                </a:lnTo>
                <a:lnTo>
                  <a:pt x="1793075" y="1784110"/>
                </a:lnTo>
                <a:lnTo>
                  <a:pt x="0" y="1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2920152" y="739590"/>
            <a:ext cx="2259752" cy="56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uarzazate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84878" y="1293983"/>
            <a:ext cx="1802309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Y</a:t>
            </a:r>
            <a:r>
              <a:rPr lang="en-US" sz="12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our safety, our priority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24353" y="3196982"/>
            <a:ext cx="229671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Ins</a:t>
            </a: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urance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03557" y="3623031"/>
            <a:ext cx="278740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Plus Ins</a:t>
            </a: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urance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03557" y="3991966"/>
            <a:ext cx="3872937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Comprehensive Ins</a:t>
            </a:r>
            <a:r>
              <a:rPr lang="en-US" b="true" sz="1599">
                <a:solidFill>
                  <a:srgbClr val="FFEB3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urance (All Risks)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02367" y="6734596"/>
            <a:ext cx="166821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Our advantages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958403" y="6852371"/>
            <a:ext cx="56391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</a:t>
            </a: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rs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446256" y="6818777"/>
            <a:ext cx="13154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</a:t>
            </a: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otorcycles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566597" y="6837024"/>
            <a:ext cx="689967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Trucks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59188" y="8471418"/>
            <a:ext cx="1325166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b="true" sz="11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</a:t>
            </a:r>
            <a:r>
              <a:rPr lang="en-US" b="true" sz="11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ompetitive prices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492068" y="8471418"/>
            <a:ext cx="1184225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</a:t>
            </a: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ational coverage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065289" y="8471418"/>
            <a:ext cx="1315641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15901" indent="-107951" lvl="1">
              <a:lnSpc>
                <a:spcPts val="1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Fast s</a:t>
            </a: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ubscription</a:t>
            </a:r>
          </a:p>
          <a:p>
            <a:pPr algn="ctr">
              <a:lnSpc>
                <a:spcPts val="1400"/>
              </a:lnSpc>
              <a:spcBef>
                <a:spcPct val="0"/>
              </a:spcBef>
            </a:pPr>
          </a:p>
        </p:txBody>
      </p:sp>
      <p:sp>
        <p:nvSpPr>
          <p:cNvPr name="TextBox 96" id="96"/>
          <p:cNvSpPr txBox="true"/>
          <p:nvPr/>
        </p:nvSpPr>
        <p:spPr>
          <a:xfrm rot="0">
            <a:off x="4462401" y="8471418"/>
            <a:ext cx="1020812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24/7 a</a:t>
            </a: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ssis</a:t>
            </a:r>
            <a:r>
              <a:rPr lang="en-US" b="true" sz="100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tance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415631" y="7804376"/>
            <a:ext cx="1164693" cy="65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b="true" sz="5683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24/7</a:t>
            </a:r>
          </a:p>
        </p:txBody>
      </p:sp>
      <p:sp>
        <p:nvSpPr>
          <p:cNvPr name="TextBox 98" id="98"/>
          <p:cNvSpPr txBox="true"/>
          <p:nvPr/>
        </p:nvSpPr>
        <p:spPr>
          <a:xfrm rot="-599087">
            <a:off x="4170334" y="7769936"/>
            <a:ext cx="1627298" cy="5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4871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Open</a:t>
            </a:r>
          </a:p>
        </p:txBody>
      </p:sp>
      <p:sp>
        <p:nvSpPr>
          <p:cNvPr name="TextBox 99" id="99"/>
          <p:cNvSpPr txBox="true"/>
          <p:nvPr/>
        </p:nvSpPr>
        <p:spPr>
          <a:xfrm rot="1913738">
            <a:off x="1073548" y="7869266"/>
            <a:ext cx="160734" cy="26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€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31321" y="9119972"/>
            <a:ext cx="7896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Call us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991394" y="9119972"/>
            <a:ext cx="1330253" cy="26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:0578963152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-161956" y="9655161"/>
            <a:ext cx="6040962" cy="26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email: contact@assuranceauto-oz.com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709924" y="10191667"/>
            <a:ext cx="4404777" cy="26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adresse: avenue mohamed V,Oarzazate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257381" y="9546504"/>
            <a:ext cx="812162" cy="37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751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DAG8-FH81PU</dc:identifier>
  <dcterms:modified xsi:type="dcterms:W3CDTF">2011-08-01T06:04:30Z</dcterms:modified>
  <cp:revision>1</cp:revision>
  <dc:title>Red Photo Missing Dog Ad Flyer</dc:title>
</cp:coreProperties>
</file>